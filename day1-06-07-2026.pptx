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43604-4571-4B4E-820D-9632D272118C}" v="3" dt="2026-07-06T17:02:30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si Makwana" userId="b6a03cd9dbbe3005" providerId="LiveId" clId="{DED6A575-FBD2-4787-9FAB-CB9F677AFCD1}"/>
    <pc:docChg chg="undo custSel addSld modSld">
      <pc:chgData name="Bansi Makwana" userId="b6a03cd9dbbe3005" providerId="LiveId" clId="{DED6A575-FBD2-4787-9FAB-CB9F677AFCD1}" dt="2026-07-06T17:03:01.943" v="205" actId="5793"/>
      <pc:docMkLst>
        <pc:docMk/>
      </pc:docMkLst>
      <pc:sldChg chg="modSp mod">
        <pc:chgData name="Bansi Makwana" userId="b6a03cd9dbbe3005" providerId="LiveId" clId="{DED6A575-FBD2-4787-9FAB-CB9F677AFCD1}" dt="2026-07-06T16:58:41.087" v="152" actId="255"/>
        <pc:sldMkLst>
          <pc:docMk/>
          <pc:sldMk cId="1299113056" sldId="256"/>
        </pc:sldMkLst>
        <pc:spChg chg="mod">
          <ac:chgData name="Bansi Makwana" userId="b6a03cd9dbbe3005" providerId="LiveId" clId="{DED6A575-FBD2-4787-9FAB-CB9F677AFCD1}" dt="2026-07-06T16:58:41.087" v="152" actId="255"/>
          <ac:spMkLst>
            <pc:docMk/>
            <pc:sldMk cId="1299113056" sldId="256"/>
            <ac:spMk id="2" creationId="{6FB437ED-83AB-44AC-D513-60B1037DBF26}"/>
          </ac:spMkLst>
        </pc:spChg>
        <pc:spChg chg="mod">
          <ac:chgData name="Bansi Makwana" userId="b6a03cd9dbbe3005" providerId="LiveId" clId="{DED6A575-FBD2-4787-9FAB-CB9F677AFCD1}" dt="2026-07-06T16:58:24.710" v="151" actId="27636"/>
          <ac:spMkLst>
            <pc:docMk/>
            <pc:sldMk cId="1299113056" sldId="256"/>
            <ac:spMk id="3" creationId="{DE8E1FB2-C700-B9EC-153C-049445F640A7}"/>
          </ac:spMkLst>
        </pc:spChg>
      </pc:sldChg>
      <pc:sldChg chg="addSp modSp mod">
        <pc:chgData name="Bansi Makwana" userId="b6a03cd9dbbe3005" providerId="LiveId" clId="{DED6A575-FBD2-4787-9FAB-CB9F677AFCD1}" dt="2026-07-06T09:54:01.644" v="8" actId="14100"/>
        <pc:sldMkLst>
          <pc:docMk/>
          <pc:sldMk cId="2059296401" sldId="261"/>
        </pc:sldMkLst>
        <pc:spChg chg="mod">
          <ac:chgData name="Bansi Makwana" userId="b6a03cd9dbbe3005" providerId="LiveId" clId="{DED6A575-FBD2-4787-9FAB-CB9F677AFCD1}" dt="2026-07-06T09:53:57.718" v="7" actId="14100"/>
          <ac:spMkLst>
            <pc:docMk/>
            <pc:sldMk cId="2059296401" sldId="261"/>
            <ac:spMk id="3" creationId="{0D73EA42-26A8-9573-1AE6-C98C733B3229}"/>
          </ac:spMkLst>
        </pc:spChg>
        <pc:picChg chg="add mod modCrop">
          <ac:chgData name="Bansi Makwana" userId="b6a03cd9dbbe3005" providerId="LiveId" clId="{DED6A575-FBD2-4787-9FAB-CB9F677AFCD1}" dt="2026-07-06T09:54:01.644" v="8" actId="14100"/>
          <ac:picMkLst>
            <pc:docMk/>
            <pc:sldMk cId="2059296401" sldId="261"/>
            <ac:picMk id="4" creationId="{647DE4EA-4B58-A1DF-6144-8E67189312BA}"/>
          </ac:picMkLst>
        </pc:picChg>
      </pc:sldChg>
      <pc:sldChg chg="addSp delSp modSp new mod">
        <pc:chgData name="Bansi Makwana" userId="b6a03cd9dbbe3005" providerId="LiveId" clId="{DED6A575-FBD2-4787-9FAB-CB9F677AFCD1}" dt="2026-07-06T09:57:03.374" v="34" actId="14100"/>
        <pc:sldMkLst>
          <pc:docMk/>
          <pc:sldMk cId="243208741" sldId="262"/>
        </pc:sldMkLst>
        <pc:spChg chg="mod">
          <ac:chgData name="Bansi Makwana" userId="b6a03cd9dbbe3005" providerId="LiveId" clId="{DED6A575-FBD2-4787-9FAB-CB9F677AFCD1}" dt="2026-07-06T09:55:42.246" v="31" actId="14100"/>
          <ac:spMkLst>
            <pc:docMk/>
            <pc:sldMk cId="243208741" sldId="262"/>
            <ac:spMk id="2" creationId="{99514829-B6AF-37F5-5263-FA3EA9C4AC54}"/>
          </ac:spMkLst>
        </pc:spChg>
        <pc:spChg chg="del mod">
          <ac:chgData name="Bansi Makwana" userId="b6a03cd9dbbe3005" providerId="LiveId" clId="{DED6A575-FBD2-4787-9FAB-CB9F677AFCD1}" dt="2026-07-06T09:55:30.084" v="29" actId="478"/>
          <ac:spMkLst>
            <pc:docMk/>
            <pc:sldMk cId="243208741" sldId="262"/>
            <ac:spMk id="3" creationId="{79B99713-B3A6-BAD9-3724-A1E0F7346C58}"/>
          </ac:spMkLst>
        </pc:spChg>
        <pc:picChg chg="add mod">
          <ac:chgData name="Bansi Makwana" userId="b6a03cd9dbbe3005" providerId="LiveId" clId="{DED6A575-FBD2-4787-9FAB-CB9F677AFCD1}" dt="2026-07-06T09:57:03.374" v="34" actId="14100"/>
          <ac:picMkLst>
            <pc:docMk/>
            <pc:sldMk cId="243208741" sldId="262"/>
            <ac:picMk id="5" creationId="{A13ADD5D-CC62-1993-2FE1-7D17EA9CD2C9}"/>
          </ac:picMkLst>
        </pc:picChg>
      </pc:sldChg>
      <pc:sldChg chg="modSp new mod">
        <pc:chgData name="Bansi Makwana" userId="b6a03cd9dbbe3005" providerId="LiveId" clId="{DED6A575-FBD2-4787-9FAB-CB9F677AFCD1}" dt="2026-07-06T17:03:01.943" v="205" actId="5793"/>
        <pc:sldMkLst>
          <pc:docMk/>
          <pc:sldMk cId="1787490585" sldId="263"/>
        </pc:sldMkLst>
        <pc:spChg chg="mod">
          <ac:chgData name="Bansi Makwana" userId="b6a03cd9dbbe3005" providerId="LiveId" clId="{DED6A575-FBD2-4787-9FAB-CB9F677AFCD1}" dt="2026-07-06T16:59:47.873" v="169" actId="14100"/>
          <ac:spMkLst>
            <pc:docMk/>
            <pc:sldMk cId="1787490585" sldId="263"/>
            <ac:spMk id="2" creationId="{9750744C-F089-A2A2-71FD-25FAB6E390A0}"/>
          </ac:spMkLst>
        </pc:spChg>
        <pc:spChg chg="mod">
          <ac:chgData name="Bansi Makwana" userId="b6a03cd9dbbe3005" providerId="LiveId" clId="{DED6A575-FBD2-4787-9FAB-CB9F677AFCD1}" dt="2026-07-06T17:03:01.943" v="205" actId="5793"/>
          <ac:spMkLst>
            <pc:docMk/>
            <pc:sldMk cId="1787490585" sldId="263"/>
            <ac:spMk id="3" creationId="{D64A4DB3-E8F5-6744-E572-E3BB3155CD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30FF8-5643-4068-B646-7B47FDAB8045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20481-22F6-4033-8AAA-6B4398F53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1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20481-22F6-4033-8AAA-6B4398F539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3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37ED-83AB-44AC-D513-60B1037DB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6467" y="3428998"/>
            <a:ext cx="6343407" cy="2268559"/>
          </a:xfrm>
        </p:spPr>
        <p:txBody>
          <a:bodyPr>
            <a:normAutofit/>
          </a:bodyPr>
          <a:lstStyle/>
          <a:p>
            <a:r>
              <a:rPr lang="en-US" sz="6200" b="1" dirty="0"/>
              <a:t>Green Skilling  with AI </a:t>
            </a:r>
            <a:endParaRPr lang="en-IN" sz="6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E1FB2-C700-B9EC-153C-049445F64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4667" y="1769532"/>
            <a:ext cx="6775207" cy="1659467"/>
          </a:xfrm>
        </p:spPr>
        <p:txBody>
          <a:bodyPr>
            <a:normAutofit/>
          </a:bodyPr>
          <a:lstStyle/>
          <a:p>
            <a:r>
              <a:rPr lang="en-US" sz="1400" dirty="0"/>
              <a:t>Prepared by Makwana Bansari Gautam bhai</a:t>
            </a:r>
          </a:p>
          <a:p>
            <a:r>
              <a:rPr lang="en-US" sz="1400" dirty="0"/>
              <a:t>230670107045 </a:t>
            </a:r>
          </a:p>
          <a:p>
            <a:r>
              <a:rPr lang="en-US" sz="1400" dirty="0"/>
              <a:t>Computer Engineering</a:t>
            </a:r>
          </a:p>
          <a:p>
            <a:r>
              <a:rPr lang="en-US" sz="1400" dirty="0"/>
              <a:t>SAL Institute of Technology and Engineering Research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99113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96AC-D8DF-DB35-A95E-22CF19D4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667" y="808057"/>
            <a:ext cx="9088473" cy="614344"/>
          </a:xfrm>
        </p:spPr>
        <p:txBody>
          <a:bodyPr/>
          <a:lstStyle/>
          <a:p>
            <a:pPr algn="ctr"/>
            <a:r>
              <a:rPr lang="en-US" b="1" dirty="0"/>
              <a:t>What is Green Skilling?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EAF82-C4FA-7E9B-CCA9-B65E6D99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667" y="1422401"/>
            <a:ext cx="9088472" cy="4627543"/>
          </a:xfrm>
        </p:spPr>
        <p:txBody>
          <a:bodyPr/>
          <a:lstStyle/>
          <a:p>
            <a:r>
              <a:rPr lang="en-IN" dirty="0"/>
              <a:t>Develops skills that protect the environment and promote sustainable development. </a:t>
            </a:r>
          </a:p>
          <a:p>
            <a:r>
              <a:rPr lang="en-IN" dirty="0"/>
              <a:t>Encourages efficient use of natural resources through eco-friendly practices. </a:t>
            </a:r>
          </a:p>
          <a:p>
            <a:r>
              <a:rPr lang="en-IN" dirty="0"/>
              <a:t>Supports careers focused on renewable energy and environmental conservation. </a:t>
            </a:r>
          </a:p>
          <a:p>
            <a:r>
              <a:rPr lang="en-IN" dirty="0"/>
              <a:t>Promotes responsible production, consumption, and long-term environmental protection. </a:t>
            </a:r>
          </a:p>
          <a:p>
            <a:r>
              <a:rPr lang="en-IN" dirty="0"/>
              <a:t>Builds practical skills for creating a cleaner, greener, and sustainable future.</a:t>
            </a:r>
          </a:p>
        </p:txBody>
      </p:sp>
    </p:spTree>
    <p:extLst>
      <p:ext uri="{BB962C8B-B14F-4D97-AF65-F5344CB8AC3E}">
        <p14:creationId xmlns:p14="http://schemas.microsoft.com/office/powerpoint/2010/main" val="405745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04FF-DA95-8DEF-D4F1-0B5197BD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068" y="575732"/>
            <a:ext cx="9317072" cy="838201"/>
          </a:xfrm>
        </p:spPr>
        <p:txBody>
          <a:bodyPr/>
          <a:lstStyle/>
          <a:p>
            <a:pPr algn="ctr"/>
            <a:r>
              <a:rPr lang="en-IN" b="1" dirty="0"/>
              <a:t>Applications of Green Skilling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E7B3-A570-8527-5A1E-C5DAB00F0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67" y="1337733"/>
            <a:ext cx="9317072" cy="4712211"/>
          </a:xfrm>
        </p:spPr>
        <p:txBody>
          <a:bodyPr/>
          <a:lstStyle/>
          <a:p>
            <a:r>
              <a:rPr lang="en-IN" dirty="0"/>
              <a:t>Promotes </a:t>
            </a:r>
            <a:r>
              <a:rPr lang="en-IN" u="sng" dirty="0"/>
              <a:t>waste segregation, recycling, and responsible disposa</a:t>
            </a:r>
            <a:r>
              <a:rPr lang="en-IN" dirty="0"/>
              <a:t>l of everyday materials. </a:t>
            </a:r>
          </a:p>
          <a:p>
            <a:r>
              <a:rPr lang="en-IN" dirty="0"/>
              <a:t>Encourages </a:t>
            </a:r>
            <a:r>
              <a:rPr lang="en-IN" u="sng" dirty="0"/>
              <a:t>renewable energy adoption </a:t>
            </a:r>
            <a:r>
              <a:rPr lang="en-IN" dirty="0"/>
              <a:t>through solar, wind, and clean technologies. </a:t>
            </a:r>
          </a:p>
          <a:p>
            <a:r>
              <a:rPr lang="en-IN" dirty="0"/>
              <a:t>Supports </a:t>
            </a:r>
            <a:r>
              <a:rPr lang="en-IN" u="sng" dirty="0"/>
              <a:t>sustainable farming </a:t>
            </a:r>
            <a:r>
              <a:rPr lang="en-IN" dirty="0"/>
              <a:t>using water conservation and eco-friendly agricultural practices. </a:t>
            </a:r>
          </a:p>
          <a:p>
            <a:r>
              <a:rPr lang="en-IN" dirty="0"/>
              <a:t>Conserves natural resources through </a:t>
            </a:r>
            <a:r>
              <a:rPr lang="en-IN" u="sng" dirty="0"/>
              <a:t>efficient energy and water management </a:t>
            </a:r>
            <a:r>
              <a:rPr lang="en-IN" dirty="0"/>
              <a:t>techniques. </a:t>
            </a:r>
          </a:p>
          <a:p>
            <a:r>
              <a:rPr lang="en-IN" u="sng" dirty="0"/>
              <a:t>Reduces pollution </a:t>
            </a:r>
            <a:r>
              <a:rPr lang="en-IN" dirty="0"/>
              <a:t>by encouraging environmentally responsible industrial and transportation practices.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80F8DD-790F-5CC9-B6AB-C7E86EEEBB24}"/>
              </a:ext>
            </a:extLst>
          </p:cNvPr>
          <p:cNvSpPr txBox="1">
            <a:spLocks/>
          </p:cNvSpPr>
          <p:nvPr/>
        </p:nvSpPr>
        <p:spPr>
          <a:xfrm>
            <a:off x="1405468" y="960456"/>
            <a:ext cx="9317072" cy="6058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5936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2DB7-E7F6-2DCE-3FC7-0AB338C9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7" y="465667"/>
            <a:ext cx="9256990" cy="8043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Digital Tools Supporting Green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51D3-B059-81C5-AD6D-FF3294621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3867" y="1270001"/>
            <a:ext cx="6299200" cy="4779944"/>
          </a:xfrm>
        </p:spPr>
        <p:txBody>
          <a:bodyPr/>
          <a:lstStyle/>
          <a:p>
            <a:r>
              <a:rPr lang="en-IN" dirty="0"/>
              <a:t>Measure personal ecological and carbon footprints easily. </a:t>
            </a:r>
          </a:p>
          <a:p>
            <a:r>
              <a:rPr lang="en-IN" dirty="0"/>
              <a:t>Compare emissions from different transportation options. </a:t>
            </a:r>
          </a:p>
          <a:p>
            <a:r>
              <a:rPr lang="en-IN" dirty="0"/>
              <a:t>Explore climate solutions through interactive environmental simulations. </a:t>
            </a:r>
          </a:p>
          <a:p>
            <a:r>
              <a:rPr lang="en-IN" dirty="0"/>
              <a:t>Calculate vehicle emissions and encourage sustainable choices.</a:t>
            </a:r>
          </a:p>
          <a:p>
            <a:r>
              <a:rPr lang="en-IN" dirty="0"/>
              <a:t>Track environmental impact using simple online sustainability tools.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BEB70A-3265-BF3C-F534-A9FFD19079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 rot="5400000">
            <a:off x="6948360" y="2119440"/>
            <a:ext cx="4461936" cy="27630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7169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611A-CB04-6136-D11D-D8B53B7F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34" y="448733"/>
            <a:ext cx="9156206" cy="618067"/>
          </a:xfrm>
        </p:spPr>
        <p:txBody>
          <a:bodyPr/>
          <a:lstStyle/>
          <a:p>
            <a:pPr algn="ctr"/>
            <a:r>
              <a:rPr lang="en-IN" b="1" dirty="0"/>
              <a:t>Green Jobs &amp; Skill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3A74-129A-63B4-811B-B942F8F87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933" y="1066801"/>
            <a:ext cx="6189134" cy="4983144"/>
          </a:xfrm>
        </p:spPr>
        <p:txBody>
          <a:bodyPr/>
          <a:lstStyle/>
          <a:p>
            <a:r>
              <a:rPr lang="en-IN" dirty="0"/>
              <a:t>Creates employment opportunities in renewable energy and sustainable industries. </a:t>
            </a:r>
          </a:p>
          <a:p>
            <a:r>
              <a:rPr lang="en-IN" dirty="0"/>
              <a:t>Encourages skills for solar, waste management, and green construction. </a:t>
            </a:r>
          </a:p>
          <a:p>
            <a:r>
              <a:rPr lang="en-IN" dirty="0"/>
              <a:t>Supports careers focused on environmental conservation and resource management. </a:t>
            </a:r>
          </a:p>
          <a:p>
            <a:r>
              <a:rPr lang="en-IN" dirty="0"/>
              <a:t>Promotes training through the Skill Council for Green Jobs (SCGJ). </a:t>
            </a:r>
          </a:p>
          <a:p>
            <a:r>
              <a:rPr lang="en-IN" dirty="0"/>
              <a:t>Prepares a skilled workforce for a sustainable and greener economy.</a:t>
            </a:r>
          </a:p>
        </p:txBody>
      </p:sp>
      <p:pic>
        <p:nvPicPr>
          <p:cNvPr id="4" name="Picture 3" descr="Illustration of a tree integrating solar panels, wind turbines, recycling  icons, and energy indicators, representing renewable energy,  sustainability, green technology, and ecological responsibility. 73656367  Vector Art at Vecteezy">
            <a:extLst>
              <a:ext uri="{FF2B5EF4-FFF2-40B4-BE49-F238E27FC236}">
                <a16:creationId xmlns:a16="http://schemas.microsoft.com/office/drawing/2014/main" id="{C95E55F4-AAFE-D159-87A7-99E9F708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068" y="1316823"/>
            <a:ext cx="3175000" cy="44830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2471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21B2-2763-E059-6741-E1628F75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4" y="508000"/>
            <a:ext cx="9181606" cy="939801"/>
          </a:xfrm>
        </p:spPr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EA42-26A8-9573-1AE6-C98C733B3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533" y="1244600"/>
            <a:ext cx="6290734" cy="4805344"/>
          </a:xfrm>
        </p:spPr>
        <p:txBody>
          <a:bodyPr/>
          <a:lstStyle/>
          <a:p>
            <a:r>
              <a:rPr lang="en-IN" dirty="0"/>
              <a:t>Green Skilling promotes sustainable practices for a healthier environment. </a:t>
            </a:r>
          </a:p>
          <a:p>
            <a:r>
              <a:rPr lang="en-IN" dirty="0"/>
              <a:t>Environmental awareness encourages responsible use of natural resources. </a:t>
            </a:r>
          </a:p>
          <a:p>
            <a:r>
              <a:rPr lang="en-IN" dirty="0"/>
              <a:t>Green skills support economic growth while protecting the planet. </a:t>
            </a:r>
          </a:p>
          <a:p>
            <a:r>
              <a:rPr lang="en-IN" dirty="0"/>
              <a:t>Every individual can contribute through sustainable daily choices. </a:t>
            </a:r>
          </a:p>
          <a:p>
            <a:r>
              <a:rPr lang="en-IN" dirty="0"/>
              <a:t>Together, we can build a cleaner, greener, and more sustainable future. </a:t>
            </a:r>
          </a:p>
          <a:p>
            <a:endParaRPr lang="en-IN" dirty="0"/>
          </a:p>
        </p:txBody>
      </p:sp>
      <p:pic>
        <p:nvPicPr>
          <p:cNvPr id="4" name="Picture 3" descr="10 Inspirational Quotes About Sustainability">
            <a:extLst>
              <a:ext uri="{FF2B5EF4-FFF2-40B4-BE49-F238E27FC236}">
                <a16:creationId xmlns:a16="http://schemas.microsoft.com/office/drawing/2014/main" id="{647DE4EA-4B58-A1DF-6144-8E6718931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65" b="17736"/>
          <a:stretch>
            <a:fillRect/>
          </a:stretch>
        </p:blipFill>
        <p:spPr>
          <a:xfrm>
            <a:off x="7679267" y="2125132"/>
            <a:ext cx="3124200" cy="260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9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744C-F089-A2A2-71FD-25FAB6E3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749811"/>
          </a:xfrm>
        </p:spPr>
        <p:txBody>
          <a:bodyPr/>
          <a:lstStyle/>
          <a:p>
            <a:pPr algn="ctr"/>
            <a:r>
              <a:rPr lang="en-US" b="1" dirty="0"/>
              <a:t>PROJECT TITLE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A4DB3-E8F5-6744-E572-E3BB3155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7" y="1456267"/>
            <a:ext cx="7958332" cy="45936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Project Name: </a:t>
            </a:r>
            <a:r>
              <a:rPr lang="en-IN" b="1" u="sng" dirty="0" err="1"/>
              <a:t>CarbonCheck</a:t>
            </a:r>
            <a:endParaRPr lang="en-IN" b="1" u="sng" dirty="0"/>
          </a:p>
          <a:p>
            <a:r>
              <a:rPr lang="en-IN" dirty="0"/>
              <a:t>Calculates carbon emissions from users' daily lifestyle activities.</a:t>
            </a:r>
          </a:p>
          <a:p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transportation, electricity, and energy consumption data.</a:t>
            </a:r>
          </a:p>
          <a:p>
            <a:r>
              <a:rPr lang="en-IN" dirty="0"/>
              <a:t>Predicts carbon footprint using AI-based analysis. </a:t>
            </a:r>
          </a:p>
          <a:p>
            <a:r>
              <a:rPr lang="en-IN" dirty="0"/>
              <a:t>Suggests personalized ways to reduce carbon emissions. </a:t>
            </a:r>
          </a:p>
          <a:p>
            <a:r>
              <a:rPr lang="en-IN" dirty="0"/>
              <a:t>Promotes sustainable and environmentally friendly living practices.</a:t>
            </a:r>
          </a:p>
        </p:txBody>
      </p:sp>
    </p:spTree>
    <p:extLst>
      <p:ext uri="{BB962C8B-B14F-4D97-AF65-F5344CB8AC3E}">
        <p14:creationId xmlns:p14="http://schemas.microsoft.com/office/powerpoint/2010/main" val="178749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4829-B6AF-37F5-5263-FA3EA9C4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467" y="1168400"/>
            <a:ext cx="9033966" cy="3403600"/>
          </a:xfrm>
        </p:spPr>
        <p:txBody>
          <a:bodyPr/>
          <a:lstStyle/>
          <a:p>
            <a:pPr algn="ctr"/>
            <a:r>
              <a:rPr lang="en-US" b="1" dirty="0"/>
              <a:t>THANKYOU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ADD5D-CC62-1993-2FE1-7D17EA9C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30" y="1794933"/>
            <a:ext cx="10158340" cy="423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8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{3C4ED425-9696-4A2C-A5E5-3E76D9AC055A}TF37254b02-f5b5-44b0-803d-e6af9466a024d8712c6d-28d3f990fef7</Template>
  <TotalTime>40</TotalTime>
  <Words>355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MS Shell Dlg 2</vt:lpstr>
      <vt:lpstr>Wingdings</vt:lpstr>
      <vt:lpstr>Wingdings 3</vt:lpstr>
      <vt:lpstr>Madison</vt:lpstr>
      <vt:lpstr>Green Skilling  with AI </vt:lpstr>
      <vt:lpstr>What is Green Skilling? </vt:lpstr>
      <vt:lpstr>Applications of Green Skilling</vt:lpstr>
      <vt:lpstr>Digital Tools Supporting Green Sustainability</vt:lpstr>
      <vt:lpstr>Green Jobs &amp; Skill Development</vt:lpstr>
      <vt:lpstr>Conclusion</vt:lpstr>
      <vt:lpstr>PROJECT TITLE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Bansi Makwana</dc:creator>
  <cp:lastModifiedBy>Bansi Makwana</cp:lastModifiedBy>
  <cp:revision>1</cp:revision>
  <dcterms:created xsi:type="dcterms:W3CDTF">2026-07-06T09:24:13Z</dcterms:created>
  <dcterms:modified xsi:type="dcterms:W3CDTF">2026-07-07T09:09:26Z</dcterms:modified>
</cp:coreProperties>
</file>